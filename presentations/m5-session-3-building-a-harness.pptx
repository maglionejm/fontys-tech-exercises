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session: last time we looked at the parts on the bench - models, context, tools, skills. Today we bolt them into a car that drives and, more importantly, brakes. Part 1 is the theory of the loop, guardrails, patterns and evals; Part 2 is notebook 03, where one model runs through three harnesses and the pass rate goes from 0% to 100%. Ask the class: if the same model gives three different results, what exactly are we testing?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ideas in Part 1: the loop and its exits, guardrails at three checkpoints, five workflow patterns, and evals plus traces as the proof. Ask the class: which of the eight pieces from Session 1 have we not yet built?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picture clockwise: gather, act, verify, repeat. Point at the three exits and insist on them - most demos online have only 'done'. Max turns protects against a model that never finishes; budget protects your wallet. In the library this is Agent.run(): a for-loop over turns, a model call, tool execution, validators, and the RunResult with stopped_because. Ask the class: which exit would you hit first if the model kept calling the same tool with the same arguments?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places to put a check, and only three. Before input is cheap and catches the obvious. Before a tool is where the damage happens: reading is safe, writing needs a look, deleting or running code is denied unless someone opts in. After the answer is where you validate and retry. Then the paradox: when people are asked to approve 93% of the time, they stop reading - the prompt becomes theatre. Real controls are code, not questions. Ask the class: which of the three checkpoints would have stopped an agent that emailed a customer by mistake?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table as a shopping list, not a theory. Two of the seven need a model (the classifiers); the other five are regular code - regexes, lookups, schemas. That is the point: most safety is deterministic. In the course library the tool safeguard is the risk level on each @tool, the rules-based protection is a before_tool hook, and output validation is validate_answer. Ask the class: which two of the seven would you add first to a homework-helper agent, and why those two?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to right, increasing freedom. Chaining: fixed steps with a check between them. Routing: a cheap classifier sends each input to a specialist. Parallelization: split the work or ask several times and vote. Orchestrator-workers: a model decides the sub-tasks, code runs the workers, a model merges. Evaluator-optimizer: one produces, one critiques, until accepted. In plain words: the first four are routes drawn on the map; only an agent chooses the roads itself. Ask the class: which pattern is a spell-checker that rewrites a paragraph until a grammar tool is satisfied?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rule from Anthropic's post is blunt: find the simplest solution possible and add complexity only when it demonstrably improves results. Workflows are predictable and cheap to test; agents are flexible and expensive. The right column maps each pattern to a cell the students will run. Ask the class: a support bot that must answer billing, shipping and returns questions - workflow or agent, and which pattern?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know unit tests; an eval is the same idea for a system that is not deterministic, so you measure a rate over many cases instead of one pass/fail. Outcome grading asks whether the answer is right; trajectory grading asks whether the steps were reasonable - a right answer reached by guessing is a failure waiting to happen. Code graders are cheap and exact; LLM judges are flexible but drift, so you calibrate them on human-labelled examples. Ask the class: what would the grader be for 'the agent must never run code'?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run in the notebooks ends with result.trace.show(): one line per event with the turn number, the kind, who acted and what happened. That is observability at teaching scale; in production the same record goes to a tracing tool. The right column is why you bother: you cannot price, debug or compare what you did not record. Ask the class: a run cost ten times more than yesterday - which three lines of the trace would you read first?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post that named the discipline. The striking number is one million lines with zero by hand, but the lesson is the left-bottom bullet: the repository became the harness. Design docs, decision records and plans are written for the agent to read, and every constraint that matters is enforced by a linter or a structural test, because a markdown rule is optional to a model. Ask the class: what is one rule in your own projects that is only written down, and how would you turn it into a test?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the line sit for a moment. It only holds when the guards are real: an agent can be allowed to act freely because the linters, tests and permissions catch the damage cheaply. Without those, waiting for approval is the only brake you have - and the approval paradox says that brake wears out. Ask the class: for which actions would you still insist on waiting, whatever the cost?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the two halves of the session together: OpenAI says enforce mechanically; the field survey says almost nobody does. 4.4% means that if you write twenty security rules in your CLAUDE.md, statistically one of them has a control behind it. And 60% of harnesses cannot even tell whether a change made them better or worse. This is the gap the course wants you to close. Ask the class: which is worse - a rule with no control, or no rule at all?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notebook 03. Everything runs without an API key on the ScriptedModel, so the numbers on the next slides are the numbers students will see. Ask the class: before we run it, what pass rate do you expect from the bare model?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smallest possible guardrail: a Python function that returns a problem string when the answer has no [source: ...] tag. The loop does the rest - it writes the problem back as a user message and gives the model another turn; the lazy policy then does the research it skipped, three tool calls and about 2,163 tokens in all. Point at the 'note validator' row: that is the guardrail leaving a footprint in the trace. Then the bottom line: the same validator on a bare model rejects, retries, and still gets a wrong answer for 73 tokens - a guard can refuse, it cannot research. Ask the class: what validator would you write for an agent that must answer in Dutch?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very different questions, one entry point. The router is an agent whose only job is to emit a label; the specialists carry the tools. 0.799102 is a number the students met in M2: the share of passengers left after the 179-row test split. The research branch pulls the function-calling date from the library with a source tag. Ask the class: what happens to a question the router labels 'general' - and is that the right default?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payoff of the whole session in one chart. The bare model fails everything because our ScriptedModel, like a real model with a cutoff, remembers wrong dates and cannot cite. Adding search and read tools jumps to eleven of twelve. Adding one verification tool gets the last one. Ask the class: is a 91.7% harness good enough? For what kind of question would you say yes, and for which would you say no?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other axis. Tokens rise by a factor of about seventy from A to B and double again from B to C. The engineering question is not 'is C better' - it is - but 'is one extra correct answer in twelve worth doubling the bill'. For a medical or legal assistant, obviously yes. For a chatbot suggesting playlists, probably not. Ask the class: how could you get most of C's accuracy at B's price? Hint: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important case in the suite is the one with no answer. B's failure is not a bug in search - search did what search does, it returned the nearest thing. The bug is that nothing checked whether the nearest thing supported the claim. C adds that check and the honest answer falls out. Notice the eval design: we graded for 'could not verify', so not-knowing was rewarded. Ask the class: how many of your own test cases have no right answer on purpose?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the arithmetic on the slide: 24,600 tokens at three dollars per million is about seven cents for the whole suite - trivial once, seventy-four dollars per thousand runs, and the twelve cases stand in for real traffic. The point is the habit: every configuration gets a pass rate and a price, and the decision is made with both numbers on the table. Ask the class: at what price per wrong answer does C become cheaper than B?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in one breath: a loop with exits, guards in code, patterns before agents, evals before opinions, traces before invoices. Homework is notebook 03's exercises - they add a case to the eval suite and a validator to the harness. Ask the class: which single piece from today would you add first to an agent you already use?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Building a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Sessions 1 and 2 named the pieces. Today we assemble them: a loop that knows when to stop, guards that run outside the model, five workflow patterns, and an eval suite that puts a number on every change. Then notebook 03 runs the same model through three harnesses.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Harness Engineering - Module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1 - The theory: the loop, the guards,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How an agent runs, where the checks go, which pattern to pick, and how you know any of it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An agent is a loop: gather context, take action, verify work, repeat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In plain words: the loop is the steering wheel and pedals; the model is the engine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Gather context: system prompt, history, tool results, skills - all the model sees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Take action: the model answers or asks for tools; the harness runs them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Verify work: validators and hooks check the result before it counts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Three exits: done, max turns, budget - a loop without exits is a runaway car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Our library: Agent.run() is about 30 lines that do exactly this</a:t>
            </a:r>
          </a:p>
        </p:txBody>
      </p:sp>
      <p:pic>
        <p:nvPicPr>
          <p:cNvPr id="8" name="Picture 7" descr="s3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927" y="1874519"/>
            <a:ext cx="6433666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Illustration. Loop steps as named by Anthropic, Claude Agent SDK, Sep 2025. Exits as implemented in the course library (harness.agent).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HOOKS AND PERMISSIONS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Guardrails run outside the model at three checkpoints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In plain words: a guardrail is a check that runs outside the model - brakes, seatbelts, airbags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Checkpoint 1, before input: relevant, safe, free of personal data?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Checkpoint 2, before a tool runs: risk level read, write or danger; run, ask or deny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Checkpoint 3, after the answer: validate format and citations; retry on failure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approval paradox: 93% of permission prompts get approved - a prompt is not a control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Our library: run_python is 'danger', denied by default; Hooks.validate_answer retries</a:t>
            </a:r>
          </a:p>
        </p:txBody>
      </p:sp>
      <p:pic>
        <p:nvPicPr>
          <p:cNvPr id="8" name="Picture 7" descr="s3_check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927" y="1874519"/>
            <a:ext cx="6433666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Illustration. Checkpoints and risk ratings: OpenAI, A practical guide to building agents, Apr 2025. Approval paradox: Marmelab, State of AI Harness Engineering, Sep 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SEVEN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OpenAI names seven kinds of guardrail - most are plain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1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2321"/>
                <a:gridCol w="5002126"/>
                <a:gridCol w="3697224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What it checks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In plain words (the car)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Relevance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Is the request inside the agent's job?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Refuse a detour off the route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Safety classifier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Jailbreaks and prompt injections in the input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Lock the doors against hijacking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PII 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Personal data about to leave in the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Tinted windows for the passengers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Moderation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Harmful or inappropriate content, in or out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The rules of the road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Tool safeguards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 risk rating per tool: read, write, irreversible; approval gates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 speed limiter on the risky pedals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Rules-based protections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Blocklists, regex, input length limits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Fixed bollards: no judgment needed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Output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Does the answer match format, facts, tone?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Inspection before leaving the garage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OpenAI, A practical guide to building agents, Apr 2025. The guide adds human escalation on failure thresholds and before high-risk actions.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WORKFLOW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Five workflow patterns cover most of what people call 'agents'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3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874519"/>
            <a:ext cx="9052560" cy="38499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54480" y="6062471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Illustration. Five patterns from Anthropic, Building effective agents, Dec 2024. A workflow is a path you wrote in code, with model steps inside; an agent chooses its own path.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WORKFLOWS VS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Simplest pattern first - the model drives when the path is unknown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1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9805"/>
                <a:gridCol w="3914707"/>
                <a:gridCol w="4567159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Pattern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Use when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Course example (notebook 03)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Prompt chaining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Fixed steps, each easy to 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outline -&gt; draft -&gt; citation 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Routing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Inputs fall into a few known kinds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calculation vs research vs general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Parallelization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Independent pieces, or a vote for robustness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three sub-questions at once; three judges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Orchestrator-workers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You cannot predict the sub-tasks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compound question split into 3, ~6,000 tokens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Evaluator-optimizer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Clear criteria and revision pays 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generator + judge: bare fails twice, research passes round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Agent (the model drives)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Open-ended task, unknown number of steps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the research loop: search, read, check, answer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Cost rule of thumb: a chat is 1x, a single agent about 4x, a multi-agent system about 15x the tokens (Anthropic, How we built our multi-agent research system, Jun 2025). Start simple (Anthropic, Dec 2024).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EVALS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An eval is a task, a grader and an outcome, measured repeatedly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In plain words: an eval is a unit test for behaviour, not for code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Outcome grading: did it get there? Trajectory grading: did it take a sane path?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Code graders first: contains, cites, used_tool. LLM judges must be calibrated against humans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One case proves nothing; a suite gives a pass rate you can compare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Evals run like tests in CI: every harness change re-runs the suite</a:t>
            </a:r>
          </a:p>
        </p:txBody>
      </p:sp>
      <p:pic>
        <p:nvPicPr>
          <p:cNvPr id="8" name="Picture 7" descr="s3_ev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927" y="1874519"/>
            <a:ext cx="6433666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Illustration. Anthropic, Demystifying evals for AI agents, Jan 2026. Grader names as in the course library (harness.evals).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 trace records every step - without it you are guessing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A trace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Every model call, with the estimated tokens it was sent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Every tool call: name, arguments, result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Denials, compactions, validator notes, the final answer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Turn numbers and seconds: where the time went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In plain words: the dashboard and mirrors of the car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What it buys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Cost accounting: tokens times price per million - trace.cost(3.0)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Debugging: the exact step where a run went wrong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Comparison: harness A vs B on the same tasks, side by side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Budgets: alarms on tokens, turns and cost before they run away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No trace, no engineering - only anecdotes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Anthropic, Demystifying evals for AI agents, Jan 2026; Claude Agent SDK, Sep 2025. Trace, Event and cost as in the course library (harness.trace).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LESSONS FROM THE FIELD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OpenAI's five-month experiment: the repository is the harness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What OpenAI did (Feb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Five months, about one million lines of production code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Zero lines written by hand: Codex agents wrote all of it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Humans steered: design docs, plans, reviews, taste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The repository as system of record: docs, ADRs, exec plans, quality scores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In plain words: everything the agent must know lives in the repo, versioned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What they learned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Constraints enforced mechanically: custom linters and structural tests in CI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 rule the agent can skip is a suggestion; a linter is a rule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Harness engineering: deterministic scaffolding around probabilistic model steps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Optimise the codebase for agents: legibility, fast feedback, small repairable failures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Let the agent act and correct it afterwards; blocking on approval is the slow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OpenAI (Ryan Lopopolo), Harness engineering: leveraging Codex in an agent-first world, 11 Feb 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554480"/>
            <a:ext cx="73152" cy="27432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2600" b="0">
                <a:solidFill>
                  <a:srgbClr val="0A2540"/>
                </a:solidFill>
                <a:latin typeface="Arial"/>
              </a:rPr>
              <a:t>Corrections are cheap, waiting is expensive.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0">
                <a:solidFill>
                  <a:srgbClr val="5B6774"/>
                </a:solidFill>
                <a:latin typeface="Arial"/>
              </a:rPr>
              <a:t>OpenAI, Harness engineering: leveraging Codex in an agent-first world, 11 Feb 2026 - on letting agents act inside mechanical guards instead of blocking on approval.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ENFORCEMENT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Most harness rules are written down - almost none are enforced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9418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9600" b="1">
                <a:solidFill>
                  <a:srgbClr val="1E5EF3"/>
                </a:solidFill>
                <a:latin typeface="Arial"/>
              </a:rPr>
              <a:t>4.4%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34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800" b="0">
                <a:solidFill>
                  <a:srgbClr val="0A2540"/>
                </a:solidFill>
                <a:latin typeface="Arial"/>
              </a:rPr>
              <a:t>of security rules in harness repositories are backed by a real control; the rest are text the agent may ignore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578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250" b="0">
                <a:solidFill>
                  <a:srgbClr val="5B6774"/>
                </a:solidFill>
                <a:latin typeface="Arial"/>
              </a:rPr>
              <a:t>Also: 63% of large projects ship instruction files, only a handful enforce them; 60% of harnesses have no tests or evals. Marmelab, The State of AI Harness Engineering 2026, Sep 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2 - The practice: notebook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Patterns you can run, a validator that retries, and an eval suite that puts a number and a price on three configurations of one harness.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NOTEBOOK 03 - 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Checkpoint 3 in action: the validator rejects, the loop retries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it: one row per trace event - turn, kind, who, what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Turn 1: a lazy policy answers from memory, no source; the validator rejects it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harness appends 'Your answer was rejected ... Fix it and answer again'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Turns 2-5: the model searches, reads, checks and answers with a citation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Whole run: 5 model calls, 3 tool calls, ~2,163 tokens; stopped_because = 'done'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bare model with the same validator: 2 calls, ~73 tokens, still wrong - a guard cannot add ability</a:t>
            </a:r>
          </a:p>
        </p:txBody>
      </p:sp>
      <p:pic>
        <p:nvPicPr>
          <p:cNvPr id="8" name="Picture 7" descr="s3_validator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41050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Notebook 03: Hooks.validate_answer on a lazy research policy; trace condensed, research turns 2-4 folded into one row. 5 model calls, 3 tool calls, ~2,163 tokens.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NOTEBOOK 03 - PATTERNS.ROUTE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Routing sends each question to the agent built for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it: a cheap classifier picks a label; each label owns a specialist agent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'What is (891 - 179) / 891?' -&gt; calculation -&gt; calculator tool -&gt; 0.799102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'When was function calling introduced by OpenAI?' -&gt; research -&gt; 13 June 2023, cited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router never answers; it only chooses. Small model, big saving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In plain words: a signpost at the junction - each road has its own driver</a:t>
            </a:r>
          </a:p>
        </p:txBody>
      </p:sp>
      <p:pic>
        <p:nvPicPr>
          <p:cNvPr id="8" name="Picture 7" descr="s3_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6721" y="1874519"/>
            <a:ext cx="6460077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patterns.route() in the course library, notebook 03; labels: calculation, research, general. Pattern: Anthropic, Building effective agents, Dec 2024.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NOTEBOOK 03 - THE A/B/C 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Same model, three harnesses: 0%, 91.7%, 100% on twelve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it: one bar per configuration; length = share of the 12 cases passed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A, bare model: 0 of 12 - stale memory, no source to cite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B, tools without verification: 11 of 12 - it searches and reads but never checks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C, tools + verification: 12 of 12 - check_citation catches the trap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Only the harness changed; the model and the questions are identical</a:t>
            </a:r>
          </a:p>
        </p:txBody>
      </p:sp>
      <p:pic>
        <p:nvPicPr>
          <p:cNvPr id="8" name="Picture 7" descr="s3_pass_r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6893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Eval suite of 12 cases in notebook 03 (harness.evals.compare). Graders: contains(...) plus cites(...) per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NOTEBOOK 03 - THE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Verification bought the last case at 2.1x the tokens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How to read it: one bar per configuration; length = estimated tokens for all 12 cases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~170 tokens: one call per case, no tools, no help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B ~11,800: search and read results fill the context, 3.0 turns per case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 ~24,600: an extra verification round, 4.1 turns per case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From B to C: one more correct case for 12,814 more tokens, 2.1x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Worth it? Depends on what one wrong answer costs you</a:t>
            </a:r>
          </a:p>
        </p:txBody>
      </p:sp>
      <p:pic>
        <p:nvPicPr>
          <p:cNvPr id="8" name="Picture 7" descr="s3_tok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7282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Estimated tokens from the traces, notebook 03 (prints 172 / 11,766 / 24,580). 24,600 / 11,800 = 2.1. Prices vary by model; the ratio is the lesson.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NOTEBOOK 03 - THE NO-ANSWER TRAP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B's one failure: confident and cited, on a question with no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B: tools, no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Case: 'How many employees does Anthropic have?' - not in the library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search_docs returns the closest document anyway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B reads it and answers with confidence, citing an unrelated document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The grader wanted 'could not verify'; B fails this one case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In plain words: a wrong answer wearing a real-looking source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C: tools +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Same search, same unrelated document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check_citation compares the claim with the cited text: no match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The agent says 'could not verify' instead of guessing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 passes: the honest 'I do not know' was a graded outcome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In plain words: the harness made not-knowing the cheapest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Notebook 03, eval case 'no-answer'; grader contains('could not verify'). Lesson: write the trap into the suite, or you will never see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NOTEBOOK 03 - COST ACCOUNTING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trace.cost: a price per configuration and per thousand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6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0001"/>
                <a:gridCol w="1210000"/>
                <a:gridCol w="1411667"/>
                <a:gridCol w="2823334"/>
                <a:gridCol w="2016667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rate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Tokens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 at $3 per million tokens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Per 1,000 runs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One cited research run (a single question)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~1,904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$0.0057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$5.71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A: bare model, 12 cases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~170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$0.0005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$0.51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B: tools, no verification, 12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91.7%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~11,800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$0.035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$35.40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C: tools + verification, 12 cases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~24,600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$0.074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$73.80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 compared with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+1 case (+8.3 points)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+$38.40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Cost = tokens / 1,000,000 x 3, as in trace.cost(3.0) in the course library. The $3 price is a stand-in; real prices differ by model and between input and output tokens.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You can now build a harness and prove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The loop: gather context, take action, verify work, repeat - with three exits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Guardrails run outside the model: before input, before a tool, after the answer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Five workflow patterns when the path is known; an agent when it is not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An eval = task + grader + outcome; a suite gives a pass rate you can compare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A trace records every call and token; cost = tokens x price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Notebook 03: 0% -&gt; 91.7% -&gt; 100%, verification at 2.1x the tokens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Next session: sub-agents, teams, failure modes and the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Harness Engineering - Module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M5 Session 3 - Building a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Session 3 - Building a Harness</dc:title>
  <dc:subject/>
  <dc:creator>M5 Harness Engineering course</dc:creator>
  <cp:keywords/>
  <dc:description/>
  <cp:lastModifiedBy>M5 Harness Engineering course</cp:lastModifiedBy>
  <cp:revision>1</cp:revision>
  <dcterms:created xsi:type="dcterms:W3CDTF">2013-01-27T09:14:16Z</dcterms:created>
  <dcterms:modified xsi:type="dcterms:W3CDTF">2013-01-27T09:15:58Z</dcterms:modified>
  <cp:category/>
</cp:coreProperties>
</file>